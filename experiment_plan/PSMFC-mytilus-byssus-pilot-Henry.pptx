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9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7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9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5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9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9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2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6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F3FA4-B1FF-49EB-8AAF-9B3D0336FC0D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8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1EB291E-BE05-4556-82E5-CC4DEF3CB26A}"/>
              </a:ext>
            </a:extLst>
          </p:cNvPr>
          <p:cNvCxnSpPr>
            <a:cxnSpLocks/>
          </p:cNvCxnSpPr>
          <p:nvPr/>
        </p:nvCxnSpPr>
        <p:spPr>
          <a:xfrm>
            <a:off x="3447008" y="1312978"/>
            <a:ext cx="0" cy="645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1C7B8-52B7-48B4-A5C1-836935D06506}"/>
              </a:ext>
            </a:extLst>
          </p:cNvPr>
          <p:cNvCxnSpPr>
            <a:cxnSpLocks/>
          </p:cNvCxnSpPr>
          <p:nvPr/>
        </p:nvCxnSpPr>
        <p:spPr>
          <a:xfrm flipV="1">
            <a:off x="1567954" y="566709"/>
            <a:ext cx="0" cy="510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C6934B7-F95E-4213-B580-1D1DF1503937}"/>
              </a:ext>
            </a:extLst>
          </p:cNvPr>
          <p:cNvCxnSpPr>
            <a:cxnSpLocks/>
          </p:cNvCxnSpPr>
          <p:nvPr/>
        </p:nvCxnSpPr>
        <p:spPr>
          <a:xfrm>
            <a:off x="1707019" y="1466131"/>
            <a:ext cx="2339618" cy="8121"/>
          </a:xfrm>
          <a:prstGeom prst="straightConnector1">
            <a:avLst/>
          </a:prstGeom>
          <a:ln w="317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33C6985-C5A5-4DA6-99F0-D18ED5BCBA68}"/>
              </a:ext>
            </a:extLst>
          </p:cNvPr>
          <p:cNvCxnSpPr>
            <a:cxnSpLocks/>
          </p:cNvCxnSpPr>
          <p:nvPr/>
        </p:nvCxnSpPr>
        <p:spPr>
          <a:xfrm flipH="1" flipV="1">
            <a:off x="1595953" y="1275426"/>
            <a:ext cx="234585" cy="443655"/>
          </a:xfrm>
          <a:prstGeom prst="straightConnector1">
            <a:avLst/>
          </a:prstGeom>
          <a:ln w="3175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8F62CBB-1029-4A69-A0C6-031EBE0BE4E8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365926" y="1213587"/>
            <a:ext cx="3680711" cy="15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F74B3308-9B66-4213-AC21-75A5A58D1405}"/>
              </a:ext>
            </a:extLst>
          </p:cNvPr>
          <p:cNvSpPr>
            <a:spLocks noChangeAspect="1"/>
          </p:cNvSpPr>
          <p:nvPr/>
        </p:nvSpPr>
        <p:spPr>
          <a:xfrm>
            <a:off x="365926" y="1158832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66504B6-566F-4537-8643-B89111DC6C91}"/>
              </a:ext>
            </a:extLst>
          </p:cNvPr>
          <p:cNvCxnSpPr>
            <a:cxnSpLocks/>
          </p:cNvCxnSpPr>
          <p:nvPr/>
        </p:nvCxnSpPr>
        <p:spPr>
          <a:xfrm>
            <a:off x="1821879" y="1713316"/>
            <a:ext cx="2224758" cy="17877"/>
          </a:xfrm>
          <a:prstGeom prst="straightConnector1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72F9F1D-8B8B-4B6A-91BC-D80B771283B4}"/>
              </a:ext>
            </a:extLst>
          </p:cNvPr>
          <p:cNvCxnSpPr>
            <a:cxnSpLocks/>
          </p:cNvCxnSpPr>
          <p:nvPr/>
        </p:nvCxnSpPr>
        <p:spPr>
          <a:xfrm>
            <a:off x="1478311" y="2280660"/>
            <a:ext cx="2568326" cy="2763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07E8095-55E9-4C48-8020-60ECD2729B8B}"/>
              </a:ext>
            </a:extLst>
          </p:cNvPr>
          <p:cNvCxnSpPr>
            <a:cxnSpLocks/>
          </p:cNvCxnSpPr>
          <p:nvPr/>
        </p:nvCxnSpPr>
        <p:spPr>
          <a:xfrm flipH="1" flipV="1">
            <a:off x="915398" y="1222923"/>
            <a:ext cx="573829" cy="1063592"/>
          </a:xfrm>
          <a:prstGeom prst="straightConnector1">
            <a:avLst/>
          </a:prstGeom>
          <a:ln w="317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CBFA0B9-47D1-4F4D-A47A-7FC34F4CDB47}"/>
              </a:ext>
            </a:extLst>
          </p:cNvPr>
          <p:cNvSpPr txBox="1"/>
          <p:nvPr/>
        </p:nvSpPr>
        <p:spPr>
          <a:xfrm>
            <a:off x="1868960" y="974549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F82F3A-FD63-49DD-ABDF-BDD0ED258D1E}"/>
              </a:ext>
            </a:extLst>
          </p:cNvPr>
          <p:cNvSpPr txBox="1"/>
          <p:nvPr/>
        </p:nvSpPr>
        <p:spPr>
          <a:xfrm>
            <a:off x="1868960" y="2047585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Ocean Warming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2B5141-4F66-46B3-98D5-F62FD8D1A878}"/>
              </a:ext>
            </a:extLst>
          </p:cNvPr>
          <p:cNvSpPr txBox="1"/>
          <p:nvPr/>
        </p:nvSpPr>
        <p:spPr>
          <a:xfrm>
            <a:off x="1868960" y="1235533"/>
            <a:ext cx="1499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Ocean Acidification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866E68-EE39-4493-BF8A-9589ADE13AA4}"/>
              </a:ext>
            </a:extLst>
          </p:cNvPr>
          <p:cNvSpPr txBox="1"/>
          <p:nvPr/>
        </p:nvSpPr>
        <p:spPr>
          <a:xfrm>
            <a:off x="1868960" y="1468753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Hypoxia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AA289D3-C475-412A-9A4E-08619743A746}"/>
              </a:ext>
            </a:extLst>
          </p:cNvPr>
          <p:cNvSpPr>
            <a:spLocks noChangeAspect="1"/>
          </p:cNvSpPr>
          <p:nvPr/>
        </p:nvSpPr>
        <p:spPr>
          <a:xfrm>
            <a:off x="866878" y="1158832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EF24636-439B-4C12-A6B4-6B99D786E0F6}"/>
              </a:ext>
            </a:extLst>
          </p:cNvPr>
          <p:cNvSpPr>
            <a:spLocks noChangeAspect="1"/>
          </p:cNvSpPr>
          <p:nvPr/>
        </p:nvSpPr>
        <p:spPr>
          <a:xfrm>
            <a:off x="1526228" y="2222668"/>
            <a:ext cx="99554" cy="9955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11364B0-7068-4E6D-A91F-B0572BB11B41}"/>
              </a:ext>
            </a:extLst>
          </p:cNvPr>
          <p:cNvCxnSpPr>
            <a:cxnSpLocks/>
          </p:cNvCxnSpPr>
          <p:nvPr/>
        </p:nvCxnSpPr>
        <p:spPr>
          <a:xfrm flipH="1" flipV="1">
            <a:off x="1617799" y="1249835"/>
            <a:ext cx="112902" cy="216190"/>
          </a:xfrm>
          <a:prstGeom prst="straightConnector1">
            <a:avLst/>
          </a:prstGeom>
          <a:ln w="3175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AB78D2A3-E47F-4CEC-B14A-90ABC17C0847}"/>
              </a:ext>
            </a:extLst>
          </p:cNvPr>
          <p:cNvSpPr>
            <a:spLocks noChangeAspect="1"/>
          </p:cNvSpPr>
          <p:nvPr/>
        </p:nvSpPr>
        <p:spPr>
          <a:xfrm>
            <a:off x="1526228" y="1159619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ED5E6F5-9682-4284-BFFE-77773CD583C3}"/>
              </a:ext>
            </a:extLst>
          </p:cNvPr>
          <p:cNvSpPr>
            <a:spLocks noChangeAspect="1"/>
          </p:cNvSpPr>
          <p:nvPr/>
        </p:nvSpPr>
        <p:spPr>
          <a:xfrm>
            <a:off x="3388699" y="2231214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3678299-EE40-49CE-BCCC-5F317E36ED2E}"/>
              </a:ext>
            </a:extLst>
          </p:cNvPr>
          <p:cNvSpPr>
            <a:spLocks noChangeAspect="1"/>
          </p:cNvSpPr>
          <p:nvPr/>
        </p:nvSpPr>
        <p:spPr>
          <a:xfrm>
            <a:off x="3388699" y="1664327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173677F-110B-42DC-B735-1FF138D061F2}"/>
              </a:ext>
            </a:extLst>
          </p:cNvPr>
          <p:cNvSpPr>
            <a:spLocks noChangeAspect="1"/>
          </p:cNvSpPr>
          <p:nvPr/>
        </p:nvSpPr>
        <p:spPr>
          <a:xfrm>
            <a:off x="3388699" y="1419327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4CA9B07-B82A-44A5-BD16-680F72BD6D08}"/>
              </a:ext>
            </a:extLst>
          </p:cNvPr>
          <p:cNvSpPr>
            <a:spLocks noChangeAspect="1"/>
          </p:cNvSpPr>
          <p:nvPr/>
        </p:nvSpPr>
        <p:spPr>
          <a:xfrm>
            <a:off x="3388699" y="1165916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449146A-CF88-4F71-BBDE-6C60293A7365}"/>
              </a:ext>
            </a:extLst>
          </p:cNvPr>
          <p:cNvCxnSpPr>
            <a:cxnSpLocks/>
          </p:cNvCxnSpPr>
          <p:nvPr/>
        </p:nvCxnSpPr>
        <p:spPr>
          <a:xfrm flipH="1">
            <a:off x="409253" y="1306313"/>
            <a:ext cx="11238" cy="27847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52372C9-1A5B-44FD-ABC2-C1DB38B5EC08}"/>
              </a:ext>
            </a:extLst>
          </p:cNvPr>
          <p:cNvSpPr txBox="1"/>
          <p:nvPr/>
        </p:nvSpPr>
        <p:spPr>
          <a:xfrm>
            <a:off x="211610" y="4113833"/>
            <a:ext cx="256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Mussels collected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Initial condition measurements taken</a:t>
            </a:r>
          </a:p>
        </p:txBody>
      </p:sp>
      <p:sp>
        <p:nvSpPr>
          <p:cNvPr id="84" name="Left Brace 83">
            <a:extLst>
              <a:ext uri="{FF2B5EF4-FFF2-40B4-BE49-F238E27FC236}">
                <a16:creationId xmlns:a16="http://schemas.microsoft.com/office/drawing/2014/main" id="{939220E6-CDCB-4775-A9B8-01170CEB9ECD}"/>
              </a:ext>
            </a:extLst>
          </p:cNvPr>
          <p:cNvSpPr/>
          <p:nvPr/>
        </p:nvSpPr>
        <p:spPr>
          <a:xfrm rot="5400000">
            <a:off x="544444" y="740013"/>
            <a:ext cx="209714" cy="46410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DC044F-51A5-4538-990D-D9988321EDE4}"/>
              </a:ext>
            </a:extLst>
          </p:cNvPr>
          <p:cNvSpPr txBox="1"/>
          <p:nvPr/>
        </p:nvSpPr>
        <p:spPr>
          <a:xfrm>
            <a:off x="148772" y="616940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Lab acclimation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F0EE5FD-358E-4BFF-86F5-3639131DF654}"/>
              </a:ext>
            </a:extLst>
          </p:cNvPr>
          <p:cNvCxnSpPr>
            <a:cxnSpLocks/>
          </p:cNvCxnSpPr>
          <p:nvPr/>
        </p:nvCxnSpPr>
        <p:spPr>
          <a:xfrm>
            <a:off x="918314" y="1312182"/>
            <a:ext cx="0" cy="21443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7931348-85CE-48FA-8E41-935DF072235A}"/>
              </a:ext>
            </a:extLst>
          </p:cNvPr>
          <p:cNvSpPr txBox="1"/>
          <p:nvPr/>
        </p:nvSpPr>
        <p:spPr>
          <a:xfrm>
            <a:off x="747117" y="3443388"/>
            <a:ext cx="25843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Byssus sampled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Metabolic rate measured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Mussels labeled &amp; moved to treatment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Temperature ramp starts 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1646843-FB28-435F-8951-7827F212768F}"/>
              </a:ext>
            </a:extLst>
          </p:cNvPr>
          <p:cNvCxnSpPr>
            <a:cxnSpLocks/>
          </p:cNvCxnSpPr>
          <p:nvPr/>
        </p:nvCxnSpPr>
        <p:spPr>
          <a:xfrm>
            <a:off x="1576005" y="2371272"/>
            <a:ext cx="0" cy="7103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28FDA74-3317-4732-8A29-733D746729CA}"/>
              </a:ext>
            </a:extLst>
          </p:cNvPr>
          <p:cNvSpPr txBox="1"/>
          <p:nvPr/>
        </p:nvSpPr>
        <p:spPr>
          <a:xfrm>
            <a:off x="1396339" y="3081616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Temp ramp ends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Byssus removed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DD0013-4460-42FC-A555-4C3C91AFEF4F}"/>
              </a:ext>
            </a:extLst>
          </p:cNvPr>
          <p:cNvSpPr txBox="1"/>
          <p:nvPr/>
        </p:nvSpPr>
        <p:spPr>
          <a:xfrm>
            <a:off x="1396339" y="7933"/>
            <a:ext cx="27350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Byssus sampled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Metabolic rate measured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Mussels labeled &amp; moved to treatment(s)</a:t>
            </a:r>
          </a:p>
        </p:txBody>
      </p:sp>
      <p:sp>
        <p:nvSpPr>
          <p:cNvPr id="107" name="Left Brace 106">
            <a:extLst>
              <a:ext uri="{FF2B5EF4-FFF2-40B4-BE49-F238E27FC236}">
                <a16:creationId xmlns:a16="http://schemas.microsoft.com/office/drawing/2014/main" id="{9B489D0A-F8DB-4E39-8F67-0E012EA329FD}"/>
              </a:ext>
            </a:extLst>
          </p:cNvPr>
          <p:cNvSpPr/>
          <p:nvPr/>
        </p:nvSpPr>
        <p:spPr>
          <a:xfrm rot="5400000">
            <a:off x="2411624" y="121798"/>
            <a:ext cx="209714" cy="170053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1C13B5B-8E22-47CC-AE08-D1E1603DD3EF}"/>
              </a:ext>
            </a:extLst>
          </p:cNvPr>
          <p:cNvSpPr txBox="1"/>
          <p:nvPr/>
        </p:nvSpPr>
        <p:spPr>
          <a:xfrm>
            <a:off x="2095143" y="616940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3d exposure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8B21D98-BC4E-4258-BEF7-A552B3F31EB1}"/>
              </a:ext>
            </a:extLst>
          </p:cNvPr>
          <p:cNvSpPr txBox="1"/>
          <p:nvPr/>
        </p:nvSpPr>
        <p:spPr>
          <a:xfrm>
            <a:off x="3274316" y="2587933"/>
            <a:ext cx="13805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Metabolic rate measured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Tissue &amp; byssus sampled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Final condition measurements taken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6C69E40-235C-4417-915D-F97297B4FF47}"/>
              </a:ext>
            </a:extLst>
          </p:cNvPr>
          <p:cNvSpPr/>
          <p:nvPr/>
        </p:nvSpPr>
        <p:spPr>
          <a:xfrm rot="16200000">
            <a:off x="1145925" y="2226224"/>
            <a:ext cx="209714" cy="540988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4ABCC2-8CE0-46DD-A549-690538B17E2A}"/>
              </a:ext>
            </a:extLst>
          </p:cNvPr>
          <p:cNvSpPr txBox="1"/>
          <p:nvPr/>
        </p:nvSpPr>
        <p:spPr>
          <a:xfrm>
            <a:off x="915398" y="2568003"/>
            <a:ext cx="667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Temp ramp (2°C d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CF631D-C180-4BA6-A68A-8F65D61698E1}"/>
              </a:ext>
            </a:extLst>
          </p:cNvPr>
          <p:cNvCxnSpPr>
            <a:cxnSpLocks/>
          </p:cNvCxnSpPr>
          <p:nvPr/>
        </p:nvCxnSpPr>
        <p:spPr>
          <a:xfrm>
            <a:off x="3447400" y="1567298"/>
            <a:ext cx="0" cy="645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B0E47F7-8463-47F7-978B-0E40E6855B0F}"/>
              </a:ext>
            </a:extLst>
          </p:cNvPr>
          <p:cNvCxnSpPr>
            <a:cxnSpLocks/>
          </p:cNvCxnSpPr>
          <p:nvPr/>
        </p:nvCxnSpPr>
        <p:spPr>
          <a:xfrm>
            <a:off x="3446431" y="1822453"/>
            <a:ext cx="0" cy="3559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C497198-731B-43F8-B3AD-31F039B99B23}"/>
              </a:ext>
            </a:extLst>
          </p:cNvPr>
          <p:cNvCxnSpPr>
            <a:cxnSpLocks/>
          </p:cNvCxnSpPr>
          <p:nvPr/>
        </p:nvCxnSpPr>
        <p:spPr>
          <a:xfrm>
            <a:off x="3444101" y="2371272"/>
            <a:ext cx="0" cy="23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9CB7098-C847-4A4D-AC0B-1FF4F56D52A3}"/>
              </a:ext>
            </a:extLst>
          </p:cNvPr>
          <p:cNvSpPr txBox="1"/>
          <p:nvPr/>
        </p:nvSpPr>
        <p:spPr>
          <a:xfrm>
            <a:off x="-60106" y="1090475"/>
            <a:ext cx="453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274582-FE34-450D-B019-6404E23114D5}"/>
              </a:ext>
            </a:extLst>
          </p:cNvPr>
          <p:cNvSpPr txBox="1"/>
          <p:nvPr/>
        </p:nvSpPr>
        <p:spPr>
          <a:xfrm>
            <a:off x="4073058" y="109252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9098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5011977-b912-4387-97a4-f4c94a801377}" enabled="1" method="Standard" siteId="{11d0e217-264e-400a-8ba0-57dcc127d72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70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Anahita George</dc:creator>
  <cp:lastModifiedBy>George, Matthew (DFW)</cp:lastModifiedBy>
  <cp:revision>7</cp:revision>
  <dcterms:created xsi:type="dcterms:W3CDTF">2021-11-08T00:07:48Z</dcterms:created>
  <dcterms:modified xsi:type="dcterms:W3CDTF">2025-06-16T23:05:10Z</dcterms:modified>
</cp:coreProperties>
</file>